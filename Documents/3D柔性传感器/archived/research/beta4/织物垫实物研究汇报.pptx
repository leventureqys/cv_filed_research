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2860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C6E"/>
                </a:solidFill>
              </a:defRPr>
            </a:pPr>
            <a:r>
              <a:t>织物垫力值稳定算法研究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TactileSense beta4 — 实物数据验证与算法选型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汇报日期：2026-07-14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基于 7 条织物垫实物录制，覆盖 500 g / 1 kg / 1.5 kg 及长时保持场景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TactileSense | beta4 织物垫实物研究   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2860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C6E"/>
                </a:solidFill>
              </a:defRPr>
            </a:pPr>
            <a:r>
              <a:t>核心结论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推荐 EMA 0.8 s 为默认算法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13716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推荐默认</a:t>
            </a:r>
            <a:br/>
            <a:r>
              <a:t>EMA 0.8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828800"/>
            <a:ext cx="2560320" cy="137160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备选</a:t>
            </a:r>
            <a:br/>
            <a:r>
              <a:t>IIR 0.5 Hz / Huber 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828800"/>
            <a:ext cx="2560320" cy="13716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预研中</a:t>
            </a:r>
            <a:br/>
            <a:r>
              <a:t>双状态卡尔曼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1828800"/>
            <a:ext cx="1828800" cy="13716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已淘汰</a:t>
            </a:r>
            <a:br/>
            <a:r>
              <a:t>自适应基线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全部 12 组算法在 7 条录制上完成实物验证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4 组入围基线推荐，其余已在指标表中说明放弃理由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完整指标 CSV 与精度曲线见输出目录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TactileSense | beta4 织物垫实物研究   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2860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C6E"/>
                </a:solidFill>
              </a:defRPr>
            </a:pPr>
            <a:r>
              <a:t>问题背景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稳定受压时总力仍存在可见跳动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织物垫传感器在放置砝码后，总 ADC 并非恒定不变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逐帧存在明显的数值跳动，影响显示稳定性和读数可信度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用户端感知为“数值不稳定”，即使施加的砝码质量未变化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本阶段目标：在砝码加载的稳态段，尽可能减少总力的显示跳动，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同时不显著改变稳态均值（即不“吃掉”真实力值信号）。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TactileSense | beta4 织物垫实物研究   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2860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C6E"/>
                </a:solidFill>
              </a:defRPr>
            </a:pPr>
            <a:r>
              <a:t>实测优化效果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完整趋势与稳态局部放大采用同一条 1 kg 实物录制</a:t>
            </a:r>
          </a:p>
        </p:txBody>
      </p:sp>
      <p:pic>
        <p:nvPicPr>
          <p:cNvPr id="5" name="Picture 4" descr="background_raw_vs_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34440"/>
            <a:ext cx="10332720" cy="2152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429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3C6E"/>
                </a:solidFill>
              </a:defRPr>
            </a:pPr>
            <a:r>
              <a:t>完整趋势：橙线贯穿全程并保持原始变化趋势</a:t>
            </a:r>
          </a:p>
        </p:txBody>
      </p:sp>
      <p:pic>
        <p:nvPicPr>
          <p:cNvPr id="7" name="Picture 6" descr="background_raw_vs_ema_z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03320"/>
            <a:ext cx="10332720" cy="2152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897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3C6E"/>
                </a:solidFill>
              </a:defRPr>
            </a:pPr>
            <a:r>
              <a:t>稳态放大：灰线逐帧抖动明显，EMA 0.8 s 将其压低且均值基本不变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TactileSense | beta4 织物垫实物研究   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2860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C6E"/>
                </a:solidFill>
              </a:defRPr>
            </a:pPr>
            <a:r>
              <a:t>问题剖析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跳动不能混为一谈，需分离四种物理来源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11887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随机噪声</a:t>
            </a:r>
            <a:br/>
            <a:r>
              <a:t>ADC 量化+独立 Cell 噪声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029200" cy="118872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共同偏置</a:t>
            </a:r>
            <a:br/>
            <a:r>
              <a:t>固定背景 + Cell 间共同漂移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029200" cy="11887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慢漂移</a:t>
            </a:r>
            <a:br/>
            <a:r>
              <a:t>温度、供电、蠕变引起的缓慢变化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200400"/>
            <a:ext cx="5029200" cy="11887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偶发尖峰</a:t>
            </a:r>
            <a:br/>
            <a:r>
              <a:t>电磁干扰、接触不良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时间平滑噪声最有效，但无法消除偏置和慢漂移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不同来源需要不同对策：基线扣除、低通滤波、漂移建模、离群抑制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本阶段聚焦偏置正确扣除后的随机噪声压降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TactileSense | beta4 织物垫实物研究   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2860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C6E"/>
                </a:solidFill>
              </a:defRPr>
            </a:pPr>
            <a:r>
              <a:t>研究设计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3 类场景 × 7 条录制 × 12 组算法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数据来源：织物垫 96 Cell（8×12）传感器，ADC 模式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三类场景：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① 旧格式 (10 Hz) — 500 g / 1 kg 连续压力录制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② 新格式 (55 Hz) — 500 g / 1 kg / 1.5 kg 空载+加载+恢复循环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③ 长时 / 空载 — 1 kg 20 min 保持 + 空载 20 min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12 组算法：原始 / EMA 0.35s / EMA 0.8s / M3+EMA / IIR1/IIR2 /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卡尔曼快/稳 / 逐Cell M3+EMA / 自适应基线 / 双状态卡尔曼 / Huber 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TactileSense | beta4 织物垫实物研究    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2860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C6E"/>
                </a:solidFill>
              </a:defRPr>
            </a:pPr>
            <a:r>
              <a:t>横向算法调研与筛选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从简单到复杂，评估三个价值维度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评估维度：① roughness 降低率 ② 均值保持率 ③ 实现复杂度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─ ─ ─ ─ ─ ─ ─ ─ ─ ─ ─ ─ ─ ─ ─ ─ ─ ─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EMA / IIR： 一阶/二阶低通，参数秒/Hz 定义，实现最简单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Median-3 + EMA： 非线性离群抑制，然后低通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标量卡尔曼： 单状态随机游走，等价于自适应系数 EMA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双状态卡尔曼： 总力 + 漂移两状态，建模更精细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自适应基线： 滑动窗口逐 Cell 中位数扣背景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Huber EMA： 对离群残差做截断的标准 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TactileSense | beta4 织物垫实物研究    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2860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C6E"/>
                </a:solidFill>
              </a:defRPr>
            </a:pPr>
            <a:r>
              <a:t>第一轮淘汰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哪些算法不适合织物垫砝码加载场景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11887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自适应基线</a:t>
            </a:r>
            <a:br/>
            <a:r>
              <a:t>均值损失 &gt; 70%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645920"/>
            <a:ext cx="3291840" cy="118872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M3 + EMA</a:t>
            </a:r>
            <a:br/>
            <a:r>
              <a:t>与 EMA 等价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645920"/>
            <a:ext cx="3291840" cy="118872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标量卡尔曼</a:t>
            </a:r>
            <a:br/>
            <a:r>
              <a:t>不比 IIR 更好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自适应基线：织物垫受力 Cell 占比高（30-50%），滑动中位数混入信号，均值从 17378 降至 576，不适用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Median-3 + EMA（总力级 &amp; 逐Cell）：96 Cell 求和后独立离群已被自然平滑，M3 无额外收益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标量卡尔曼（快/稳态型）：与 EMA 0.8 s 表现接近但复杂度更高，beta3 已说明无额外优势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TactileSense | beta4 织物垫实物研究   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2860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C6E"/>
                </a:solidFill>
              </a:defRPr>
            </a:pPr>
            <a:r>
              <a:t>效果展示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3 个代表场景：500 g / 1 kg / 1.5 kg 空载-加载-恢复循环</a:t>
            </a:r>
          </a:p>
        </p:txBody>
      </p:sp>
      <p:pic>
        <p:nvPicPr>
          <p:cNvPr id="5" name="Picture 4" descr="fabric_fina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112471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TactileSense | beta4 织物垫实物研究    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2860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C6E"/>
                </a:solidFill>
              </a:defRPr>
            </a:pPr>
            <a:r>
              <a:t>算法指标汇总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分场景 roughness 降低率与均值保持率</a:t>
            </a:r>
          </a:p>
        </p:txBody>
      </p:sp>
      <p:pic>
        <p:nvPicPr>
          <p:cNvPr id="5" name="Picture 4" descr="fabric_metrics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112471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TactileSense | beta4 织物垫实物研究   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2860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C6E"/>
                </a:solidFill>
              </a:defRPr>
            </a:pPr>
            <a:r>
              <a:t>决策建议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四层结论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286000" cy="11887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默认</a:t>
            </a:r>
            <a:br/>
            <a:r>
              <a:t>EMA 0.8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286000" cy="118872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备选</a:t>
            </a:r>
            <a:br/>
            <a:r>
              <a:t>IIR / Huber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286000" cy="11887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预研</a:t>
            </a:r>
            <a:br/>
            <a:r>
              <a:t>双状态卡尔曼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286000" cy="11887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淘汰</a:t>
            </a:r>
            <a:br/>
            <a:r>
              <a:t>自适应基线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EMA 0.8 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roughness 降低 70-80%，均值保持 &gt; 99%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实现最简单，参数含义清晰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推荐作为产品化默认方案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二阶 IIR 0.5 Hz / Huber EMA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效果与 EMA 0.8 s 接近，可互换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Huber 在尖峰环境中提供额外保护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作为备选保留，无需同时上线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双状态卡尔曼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roughness 最低，但均值高 1-5%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需要更多数据校准 q_drift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建议作为线下一轮预研方向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C6E"/>
                </a:solidFill>
              </a:defRPr>
            </a:pPr>
            <a:r>
              <a:t>关键判断：选默认方案时不追最低 roughness，优先保证均值不变——EMA 0.8 s 在全部 7 条录制上均值偏差 &lt; 1%。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TactileSense | beta4 织物垫实物研究    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2860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C6E"/>
                </a:solidFill>
              </a:defRPr>
            </a:pPr>
            <a: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产品化验证与数据采集规范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1. 在 TactileSense 主程序中实现可配置时间常数的 EMA 滤波器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2. 每条录制确保自含空载段（本研究发现独立背景扣除在不同批次存在偏差）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3. 双状态卡尔曼在固定砝码数据上校准 q_drift，目标均值偏移 &lt; 1%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4. 以同样管线对 64×64 膜片和手套进行实物验证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5. 本阶段未研究快速敲击、滑动——这些场景需另行评估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TactileSense | beta4 织物垫实物研究  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